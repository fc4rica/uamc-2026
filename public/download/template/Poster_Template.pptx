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42794238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3" userDrawn="1">
          <p15:clr>
            <a:srgbClr val="A4A3A4"/>
          </p15:clr>
        </p15:guide>
        <p15:guide id="2" pos="134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0" d="100"/>
          <a:sy n="20" d="100"/>
        </p:scale>
        <p:origin x="584" y="8"/>
      </p:cViewPr>
      <p:guideLst>
        <p:guide orient="horz" pos="9533"/>
        <p:guide pos="134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AA550-1FCA-42AD-B4FF-4FE5DF9E0592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3DE64-8AB1-4389-987F-87F944C13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1pPr>
    <a:lvl2pPr marL="1753453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2pPr>
    <a:lvl3pPr marL="3506907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3pPr>
    <a:lvl4pPr marL="5260360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4pPr>
    <a:lvl5pPr marL="7013814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5pPr>
    <a:lvl6pPr marL="8767267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6pPr>
    <a:lvl7pPr marL="10520721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7pPr>
    <a:lvl8pPr marL="12274174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8pPr>
    <a:lvl9pPr marL="14027628" algn="l" defTabSz="3506907" rtl="0" eaLnBrk="1" latinLnBrk="0" hangingPunct="1">
      <a:defRPr sz="46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3DE64-8AB1-4389-987F-87F944C13D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38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9568" y="4953466"/>
            <a:ext cx="36375102" cy="10537496"/>
          </a:xfrm>
        </p:spPr>
        <p:txBody>
          <a:bodyPr anchor="b"/>
          <a:lstStyle>
            <a:lvl1pPr algn="ctr">
              <a:defRPr sz="2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49280" y="15897328"/>
            <a:ext cx="32095679" cy="7307583"/>
          </a:xfrm>
        </p:spPr>
        <p:txBody>
          <a:bodyPr/>
          <a:lstStyle>
            <a:lvl1pPr marL="0" indent="0" algn="ctr">
              <a:buNone/>
              <a:defRPr sz="10592"/>
            </a:lvl1pPr>
            <a:lvl2pPr marL="2017806" indent="0" algn="ctr">
              <a:buNone/>
              <a:defRPr sz="8827"/>
            </a:lvl2pPr>
            <a:lvl3pPr marL="4035613" indent="0" algn="ctr">
              <a:buNone/>
              <a:defRPr sz="7944"/>
            </a:lvl3pPr>
            <a:lvl4pPr marL="6053419" indent="0" algn="ctr">
              <a:buNone/>
              <a:defRPr sz="7061"/>
            </a:lvl4pPr>
            <a:lvl5pPr marL="8071226" indent="0" algn="ctr">
              <a:buNone/>
              <a:defRPr sz="7061"/>
            </a:lvl5pPr>
            <a:lvl6pPr marL="10089032" indent="0" algn="ctr">
              <a:buNone/>
              <a:defRPr sz="7061"/>
            </a:lvl6pPr>
            <a:lvl7pPr marL="12106839" indent="0" algn="ctr">
              <a:buNone/>
              <a:defRPr sz="7061"/>
            </a:lvl7pPr>
            <a:lvl8pPr marL="14124645" indent="0" algn="ctr">
              <a:buNone/>
              <a:defRPr sz="7061"/>
            </a:lvl8pPr>
            <a:lvl9pPr marL="16142452" indent="0" algn="ctr">
              <a:buNone/>
              <a:defRPr sz="706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7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40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9818" y="7545809"/>
            <a:ext cx="36910030" cy="12590343"/>
          </a:xfrm>
        </p:spPr>
        <p:txBody>
          <a:bodyPr anchor="b"/>
          <a:lstStyle>
            <a:lvl1pPr>
              <a:defRPr sz="2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9818" y="20255262"/>
            <a:ext cx="36910030" cy="6620964"/>
          </a:xfrm>
        </p:spPr>
        <p:txBody>
          <a:bodyPr/>
          <a:lstStyle>
            <a:lvl1pPr marL="0" indent="0">
              <a:buNone/>
              <a:defRPr sz="10592">
                <a:solidFill>
                  <a:schemeClr val="tx1"/>
                </a:solidFill>
              </a:defRPr>
            </a:lvl1pPr>
            <a:lvl2pPr marL="2017806" indent="0">
              <a:buNone/>
              <a:defRPr sz="8827">
                <a:solidFill>
                  <a:schemeClr val="tx1">
                    <a:tint val="75000"/>
                  </a:schemeClr>
                </a:solidFill>
              </a:defRPr>
            </a:lvl2pPr>
            <a:lvl3pPr marL="4035613" indent="0">
              <a:buNone/>
              <a:defRPr sz="7944">
                <a:solidFill>
                  <a:schemeClr val="tx1">
                    <a:tint val="75000"/>
                  </a:schemeClr>
                </a:solidFill>
              </a:defRPr>
            </a:lvl3pPr>
            <a:lvl4pPr marL="6053419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4pPr>
            <a:lvl5pPr marL="8071226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5pPr>
            <a:lvl6pPr marL="10089032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6pPr>
            <a:lvl7pPr marL="12106839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7pPr>
            <a:lvl8pPr marL="14124645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8pPr>
            <a:lvl9pPr marL="16142452" indent="0">
              <a:buNone/>
              <a:defRPr sz="70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0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104" y="8057261"/>
            <a:ext cx="18187551" cy="19204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4583" y="8057261"/>
            <a:ext cx="18187551" cy="192043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5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1611459"/>
            <a:ext cx="369100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682" y="7419688"/>
            <a:ext cx="18103966" cy="3636275"/>
          </a:xfrm>
        </p:spPr>
        <p:txBody>
          <a:bodyPr anchor="b"/>
          <a:lstStyle>
            <a:lvl1pPr marL="0" indent="0">
              <a:buNone/>
              <a:defRPr sz="10592" b="1"/>
            </a:lvl1pPr>
            <a:lvl2pPr marL="2017806" indent="0">
              <a:buNone/>
              <a:defRPr sz="8827" b="1"/>
            </a:lvl2pPr>
            <a:lvl3pPr marL="4035613" indent="0">
              <a:buNone/>
              <a:defRPr sz="7944" b="1"/>
            </a:lvl3pPr>
            <a:lvl4pPr marL="6053419" indent="0">
              <a:buNone/>
              <a:defRPr sz="7061" b="1"/>
            </a:lvl4pPr>
            <a:lvl5pPr marL="8071226" indent="0">
              <a:buNone/>
              <a:defRPr sz="7061" b="1"/>
            </a:lvl5pPr>
            <a:lvl6pPr marL="10089032" indent="0">
              <a:buNone/>
              <a:defRPr sz="7061" b="1"/>
            </a:lvl6pPr>
            <a:lvl7pPr marL="12106839" indent="0">
              <a:buNone/>
              <a:defRPr sz="7061" b="1"/>
            </a:lvl7pPr>
            <a:lvl8pPr marL="14124645" indent="0">
              <a:buNone/>
              <a:defRPr sz="7061" b="1"/>
            </a:lvl8pPr>
            <a:lvl9pPr marL="16142452" indent="0">
              <a:buNone/>
              <a:defRPr sz="70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7682" y="11055963"/>
            <a:ext cx="18103966" cy="16261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4585" y="7419688"/>
            <a:ext cx="18193125" cy="3636275"/>
          </a:xfrm>
        </p:spPr>
        <p:txBody>
          <a:bodyPr anchor="b"/>
          <a:lstStyle>
            <a:lvl1pPr marL="0" indent="0">
              <a:buNone/>
              <a:defRPr sz="10592" b="1"/>
            </a:lvl1pPr>
            <a:lvl2pPr marL="2017806" indent="0">
              <a:buNone/>
              <a:defRPr sz="8827" b="1"/>
            </a:lvl2pPr>
            <a:lvl3pPr marL="4035613" indent="0">
              <a:buNone/>
              <a:defRPr sz="7944" b="1"/>
            </a:lvl3pPr>
            <a:lvl4pPr marL="6053419" indent="0">
              <a:buNone/>
              <a:defRPr sz="7061" b="1"/>
            </a:lvl4pPr>
            <a:lvl5pPr marL="8071226" indent="0">
              <a:buNone/>
              <a:defRPr sz="7061" b="1"/>
            </a:lvl5pPr>
            <a:lvl6pPr marL="10089032" indent="0">
              <a:buNone/>
              <a:defRPr sz="7061" b="1"/>
            </a:lvl6pPr>
            <a:lvl7pPr marL="12106839" indent="0">
              <a:buNone/>
              <a:defRPr sz="7061" b="1"/>
            </a:lvl7pPr>
            <a:lvl8pPr marL="14124645" indent="0">
              <a:buNone/>
              <a:defRPr sz="7061" b="1"/>
            </a:lvl8pPr>
            <a:lvl9pPr marL="16142452" indent="0">
              <a:buNone/>
              <a:defRPr sz="706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4585" y="11055963"/>
            <a:ext cx="18193125" cy="16261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7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11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5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2017818"/>
            <a:ext cx="13802256" cy="7062364"/>
          </a:xfrm>
        </p:spPr>
        <p:txBody>
          <a:bodyPr anchor="b"/>
          <a:lstStyle>
            <a:lvl1pPr>
              <a:defRPr sz="141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3125" y="4357934"/>
            <a:ext cx="21664583" cy="21509383"/>
          </a:xfrm>
        </p:spPr>
        <p:txBody>
          <a:bodyPr/>
          <a:lstStyle>
            <a:lvl1pPr>
              <a:defRPr sz="14123"/>
            </a:lvl1pPr>
            <a:lvl2pPr>
              <a:defRPr sz="12358"/>
            </a:lvl2pPr>
            <a:lvl3pPr>
              <a:defRPr sz="10592"/>
            </a:lvl3pPr>
            <a:lvl4pPr>
              <a:defRPr sz="8827"/>
            </a:lvl4pPr>
            <a:lvl5pPr>
              <a:defRPr sz="8827"/>
            </a:lvl5pPr>
            <a:lvl6pPr>
              <a:defRPr sz="8827"/>
            </a:lvl6pPr>
            <a:lvl7pPr>
              <a:defRPr sz="8827"/>
            </a:lvl7pPr>
            <a:lvl8pPr>
              <a:defRPr sz="8827"/>
            </a:lvl8pPr>
            <a:lvl9pPr>
              <a:defRPr sz="88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7678" y="9080183"/>
            <a:ext cx="13802256" cy="16822161"/>
          </a:xfrm>
        </p:spPr>
        <p:txBody>
          <a:bodyPr/>
          <a:lstStyle>
            <a:lvl1pPr marL="0" indent="0">
              <a:buNone/>
              <a:defRPr sz="7061"/>
            </a:lvl1pPr>
            <a:lvl2pPr marL="2017806" indent="0">
              <a:buNone/>
              <a:defRPr sz="6179"/>
            </a:lvl2pPr>
            <a:lvl3pPr marL="4035613" indent="0">
              <a:buNone/>
              <a:defRPr sz="5296"/>
            </a:lvl3pPr>
            <a:lvl4pPr marL="6053419" indent="0">
              <a:buNone/>
              <a:defRPr sz="4413"/>
            </a:lvl4pPr>
            <a:lvl5pPr marL="8071226" indent="0">
              <a:buNone/>
              <a:defRPr sz="4413"/>
            </a:lvl5pPr>
            <a:lvl6pPr marL="10089032" indent="0">
              <a:buNone/>
              <a:defRPr sz="4413"/>
            </a:lvl6pPr>
            <a:lvl7pPr marL="12106839" indent="0">
              <a:buNone/>
              <a:defRPr sz="4413"/>
            </a:lvl7pPr>
            <a:lvl8pPr marL="14124645" indent="0">
              <a:buNone/>
              <a:defRPr sz="4413"/>
            </a:lvl8pPr>
            <a:lvl9pPr marL="16142452" indent="0">
              <a:buNone/>
              <a:defRPr sz="4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11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678" y="2017818"/>
            <a:ext cx="13802256" cy="7062364"/>
          </a:xfrm>
        </p:spPr>
        <p:txBody>
          <a:bodyPr anchor="b"/>
          <a:lstStyle>
            <a:lvl1pPr>
              <a:defRPr sz="141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3125" y="4357934"/>
            <a:ext cx="21664583" cy="21509383"/>
          </a:xfrm>
        </p:spPr>
        <p:txBody>
          <a:bodyPr anchor="t"/>
          <a:lstStyle>
            <a:lvl1pPr marL="0" indent="0">
              <a:buNone/>
              <a:defRPr sz="14123"/>
            </a:lvl1pPr>
            <a:lvl2pPr marL="2017806" indent="0">
              <a:buNone/>
              <a:defRPr sz="12358"/>
            </a:lvl2pPr>
            <a:lvl3pPr marL="4035613" indent="0">
              <a:buNone/>
              <a:defRPr sz="10592"/>
            </a:lvl3pPr>
            <a:lvl4pPr marL="6053419" indent="0">
              <a:buNone/>
              <a:defRPr sz="8827"/>
            </a:lvl4pPr>
            <a:lvl5pPr marL="8071226" indent="0">
              <a:buNone/>
              <a:defRPr sz="8827"/>
            </a:lvl5pPr>
            <a:lvl6pPr marL="10089032" indent="0">
              <a:buNone/>
              <a:defRPr sz="8827"/>
            </a:lvl6pPr>
            <a:lvl7pPr marL="12106839" indent="0">
              <a:buNone/>
              <a:defRPr sz="8827"/>
            </a:lvl7pPr>
            <a:lvl8pPr marL="14124645" indent="0">
              <a:buNone/>
              <a:defRPr sz="8827"/>
            </a:lvl8pPr>
            <a:lvl9pPr marL="16142452" indent="0">
              <a:buNone/>
              <a:defRPr sz="88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7678" y="9080183"/>
            <a:ext cx="13802256" cy="16822161"/>
          </a:xfrm>
        </p:spPr>
        <p:txBody>
          <a:bodyPr/>
          <a:lstStyle>
            <a:lvl1pPr marL="0" indent="0">
              <a:buNone/>
              <a:defRPr sz="7061"/>
            </a:lvl1pPr>
            <a:lvl2pPr marL="2017806" indent="0">
              <a:buNone/>
              <a:defRPr sz="6179"/>
            </a:lvl2pPr>
            <a:lvl3pPr marL="4035613" indent="0">
              <a:buNone/>
              <a:defRPr sz="5296"/>
            </a:lvl3pPr>
            <a:lvl4pPr marL="6053419" indent="0">
              <a:buNone/>
              <a:defRPr sz="4413"/>
            </a:lvl4pPr>
            <a:lvl5pPr marL="8071226" indent="0">
              <a:buNone/>
              <a:defRPr sz="4413"/>
            </a:lvl5pPr>
            <a:lvl6pPr marL="10089032" indent="0">
              <a:buNone/>
              <a:defRPr sz="4413"/>
            </a:lvl6pPr>
            <a:lvl7pPr marL="12106839" indent="0">
              <a:buNone/>
              <a:defRPr sz="4413"/>
            </a:lvl7pPr>
            <a:lvl8pPr marL="14124645" indent="0">
              <a:buNone/>
              <a:defRPr sz="4413"/>
            </a:lvl8pPr>
            <a:lvl9pPr marL="16142452" indent="0">
              <a:buNone/>
              <a:defRPr sz="44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42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2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24629" y="1611452"/>
            <a:ext cx="9227508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106" y="1611452"/>
            <a:ext cx="27147595" cy="25650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104" y="1611459"/>
            <a:ext cx="369100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104" y="8057261"/>
            <a:ext cx="369100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104" y="28053287"/>
            <a:ext cx="9628704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927F8-D14A-4B7E-86FD-D8B7DEFB162D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5592" y="28053287"/>
            <a:ext cx="14443055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23430" y="28053287"/>
            <a:ext cx="9628704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0D6D8-8219-4738-8769-FB4EFF7BC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7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35613" rtl="0" eaLnBrk="1" latinLnBrk="0" hangingPunct="1">
        <a:lnSpc>
          <a:spcPct val="90000"/>
        </a:lnSpc>
        <a:spcBef>
          <a:spcPct val="0"/>
        </a:spcBef>
        <a:buNone/>
        <a:defRPr sz="194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8903" indent="-1008903" algn="l" defTabSz="4035613" rtl="0" eaLnBrk="1" latinLnBrk="0" hangingPunct="1">
        <a:lnSpc>
          <a:spcPct val="90000"/>
        </a:lnSpc>
        <a:spcBef>
          <a:spcPts val="4413"/>
        </a:spcBef>
        <a:buFont typeface="Arial" panose="020B0604020202020204" pitchFamily="34" charset="0"/>
        <a:buChar char="•"/>
        <a:defRPr sz="12358" kern="1200">
          <a:solidFill>
            <a:schemeClr val="tx1"/>
          </a:solidFill>
          <a:latin typeface="+mn-lt"/>
          <a:ea typeface="+mn-ea"/>
          <a:cs typeface="+mn-cs"/>
        </a:defRPr>
      </a:lvl1pPr>
      <a:lvl2pPr marL="3026710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2" kern="1200">
          <a:solidFill>
            <a:schemeClr val="tx1"/>
          </a:solidFill>
          <a:latin typeface="+mn-lt"/>
          <a:ea typeface="+mn-ea"/>
          <a:cs typeface="+mn-cs"/>
        </a:defRPr>
      </a:lvl2pPr>
      <a:lvl3pPr marL="5044516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7" kern="1200">
          <a:solidFill>
            <a:schemeClr val="tx1"/>
          </a:solidFill>
          <a:latin typeface="+mn-lt"/>
          <a:ea typeface="+mn-ea"/>
          <a:cs typeface="+mn-cs"/>
        </a:defRPr>
      </a:lvl3pPr>
      <a:lvl4pPr marL="7062323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4pPr>
      <a:lvl5pPr marL="9080129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5pPr>
      <a:lvl6pPr marL="11097936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6pPr>
      <a:lvl7pPr marL="13115742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7pPr>
      <a:lvl8pPr marL="15133549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8pPr>
      <a:lvl9pPr marL="17151355" indent="-1008903" algn="l" defTabSz="4035613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1pPr>
      <a:lvl2pPr marL="2017806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4035613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3pPr>
      <a:lvl4pPr marL="6053419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4pPr>
      <a:lvl5pPr marL="8071226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5pPr>
      <a:lvl6pPr marL="10089032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6pPr>
      <a:lvl7pPr marL="12106839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7pPr>
      <a:lvl8pPr marL="14124645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8pPr>
      <a:lvl9pPr marL="16142452" algn="l" defTabSz="4035613" rtl="0" eaLnBrk="1" latinLnBrk="0" hangingPunct="1">
        <a:defRPr sz="7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10" Type="http://schemas.openxmlformats.org/officeDocument/2006/relationships/image" Target="../media/image8.gif"/><Relationship Id="rId4" Type="http://schemas.openxmlformats.org/officeDocument/2006/relationships/image" Target="../media/image2.png"/><Relationship Id="rId9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98042" y="697110"/>
            <a:ext cx="11917062" cy="1050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12" i="1" dirty="0"/>
              <a:t>The 9</a:t>
            </a:r>
            <a:r>
              <a:rPr lang="en-US" sz="3112" i="1" baseline="30000" dirty="0"/>
              <a:t>th</a:t>
            </a:r>
            <a:r>
              <a:rPr lang="en-US" sz="3112" i="1" dirty="0"/>
              <a:t> Undergraduate in Applied Mathematics Conference (UAMC 2021)</a:t>
            </a:r>
          </a:p>
          <a:p>
            <a:r>
              <a:rPr lang="en-US" sz="3112" i="1" dirty="0"/>
              <a:t>Department of Mathematics, Faculty of Science, KMUTT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10607831" y="2336832"/>
            <a:ext cx="21407273" cy="0"/>
          </a:xfrm>
          <a:prstGeom prst="line">
            <a:avLst/>
          </a:prstGeom>
          <a:ln w="2222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D4BB8D16-AB28-471E-8420-C568F52BB74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877550" y="358775"/>
            <a:ext cx="15776575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D32DB3-45EA-4D54-966E-CD1AE2D90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6463" y="1579563"/>
            <a:ext cx="2936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8D92FC-AF9F-4F2D-BB84-964B89982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250" y="1579563"/>
            <a:ext cx="29368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0E03037C-0276-478F-97A3-373A93CA0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325" y="358775"/>
            <a:ext cx="993775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FFD62DE-D5D5-4EBE-919B-640B8F8C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6100" y="592138"/>
            <a:ext cx="1201738" cy="13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681EA0B8-1C58-4589-BF2D-B2EC22E8C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3400" y="592138"/>
            <a:ext cx="1362075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FEAD7439-7B15-4F7C-90DB-5B20D8491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9450" y="622300"/>
            <a:ext cx="1333500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C506EFFE-D124-46F0-B416-7897FA49D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2325" y="592138"/>
            <a:ext cx="1362075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 descr="Related image">
            <a:extLst>
              <a:ext uri="{FF2B5EF4-FFF2-40B4-BE49-F238E27FC236}">
                <a16:creationId xmlns:a16="http://schemas.microsoft.com/office/drawing/2014/main" id="{10A652C4-C299-4690-9361-D73051FA9C99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3775" y="486888"/>
            <a:ext cx="993600" cy="159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รูปภาพ 14">
            <a:extLst>
              <a:ext uri="{FF2B5EF4-FFF2-40B4-BE49-F238E27FC236}">
                <a16:creationId xmlns:a16="http://schemas.microsoft.com/office/drawing/2014/main" id="{560856D4-B4D5-436C-9EDF-C3B04770B9EF}"/>
              </a:ext>
            </a:extLst>
          </p:cNvPr>
          <p:cNvPicPr/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3177838" y="615949"/>
            <a:ext cx="1360800" cy="13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รูปภาพ 16">
            <a:extLst>
              <a:ext uri="{FF2B5EF4-FFF2-40B4-BE49-F238E27FC236}">
                <a16:creationId xmlns:a16="http://schemas.microsoft.com/office/drawing/2014/main" id="{765B758D-A950-4244-883E-3337DA63E5C7}"/>
              </a:ext>
            </a:extLst>
          </p:cNvPr>
          <p:cNvPicPr/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4609047" y="591575"/>
            <a:ext cx="1360800" cy="13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072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23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Service 99-99-9999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Mr.Robin ThaiSakon</dc:creator>
  <cp:lastModifiedBy>WARISA YOMSATIEANKUL</cp:lastModifiedBy>
  <cp:revision>11</cp:revision>
  <dcterms:created xsi:type="dcterms:W3CDTF">2017-02-27T07:58:47Z</dcterms:created>
  <dcterms:modified xsi:type="dcterms:W3CDTF">2021-02-17T04:32:05Z</dcterms:modified>
</cp:coreProperties>
</file>