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1420138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" userDrawn="1">
          <p15:clr>
            <a:srgbClr val="A4A3A4"/>
          </p15:clr>
        </p15:guide>
        <p15:guide id="2" pos="6747" userDrawn="1">
          <p15:clr>
            <a:srgbClr val="A4A3A4"/>
          </p15:clr>
        </p15:guide>
        <p15:guide id="3" pos="13388" userDrawn="1">
          <p15:clr>
            <a:srgbClr val="A4A3A4"/>
          </p15:clr>
        </p15:guide>
        <p15:guide id="4" pos="105" userDrawn="1">
          <p15:clr>
            <a:srgbClr val="A4A3A4"/>
          </p15:clr>
        </p15:guide>
        <p15:guide id="5" orient="horz" pos="189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dia Howes" initials="LH" lastIdx="1" clrIdx="0">
    <p:extLst>
      <p:ext uri="{19B8F6BF-5375-455C-9EA6-DF929625EA0E}">
        <p15:presenceInfo xmlns:p15="http://schemas.microsoft.com/office/powerpoint/2012/main" userId="S-1-5-21-3267252026-959778862-486524141-93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78303"/>
    <a:srgbClr val="D46112"/>
    <a:srgbClr val="CA3B6B"/>
    <a:srgbClr val="677980"/>
    <a:srgbClr val="5F2E7F"/>
    <a:srgbClr val="F37123"/>
    <a:srgbClr val="0C9AAB"/>
    <a:srgbClr val="223B73"/>
    <a:srgbClr val="F9A6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106" autoAdjust="0"/>
    <p:restoredTop sz="96433" autoAdjust="0"/>
  </p:normalViewPr>
  <p:slideViewPr>
    <p:cSldViewPr snapToGrid="0" showGuides="1">
      <p:cViewPr>
        <p:scale>
          <a:sx n="33" d="100"/>
          <a:sy n="33" d="100"/>
        </p:scale>
        <p:origin x="2165" y="19"/>
      </p:cViewPr>
      <p:guideLst>
        <p:guide orient="horz" pos="79"/>
        <p:guide pos="6747"/>
        <p:guide pos="13388"/>
        <p:guide pos="105"/>
        <p:guide orient="horz" pos="189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C6F1A-1039-4C54-9CFF-5DE3C97F7A89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A66B9-DB0A-49EB-B2C8-69ADD5BB5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0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1pPr>
    <a:lvl2pPr marL="323469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2pPr>
    <a:lvl3pPr marL="646938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3pPr>
    <a:lvl4pPr marL="970407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4pPr>
    <a:lvl5pPr marL="1293876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5pPr>
    <a:lvl6pPr marL="1617345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6pPr>
    <a:lvl7pPr marL="1940814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7pPr>
    <a:lvl8pPr marL="2264283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8pPr>
    <a:lvl9pPr marL="2587752" algn="l" defTabSz="646938" rtl="0" eaLnBrk="1" latinLnBrk="0" hangingPunct="1">
      <a:defRPr sz="84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7A66B9-DB0A-49EB-B2C8-69ADD5BB59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6511" y="4954765"/>
            <a:ext cx="18207117" cy="10540259"/>
          </a:xfrm>
        </p:spPr>
        <p:txBody>
          <a:bodyPr anchor="b"/>
          <a:lstStyle>
            <a:lvl1pPr algn="ctr">
              <a:defRPr sz="14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7517" y="15901497"/>
            <a:ext cx="16065104" cy="7309499"/>
          </a:xfrm>
        </p:spPr>
        <p:txBody>
          <a:bodyPr/>
          <a:lstStyle>
            <a:lvl1pPr marL="0" indent="0" algn="ctr">
              <a:buNone/>
              <a:defRPr sz="5622"/>
            </a:lvl1pPr>
            <a:lvl2pPr marL="1070991" indent="0" algn="ctr">
              <a:buNone/>
              <a:defRPr sz="4685"/>
            </a:lvl2pPr>
            <a:lvl3pPr marL="2141982" indent="0" algn="ctr">
              <a:buNone/>
              <a:defRPr sz="4217"/>
            </a:lvl3pPr>
            <a:lvl4pPr marL="3212973" indent="0" algn="ctr">
              <a:buNone/>
              <a:defRPr sz="3748"/>
            </a:lvl4pPr>
            <a:lvl5pPr marL="4283964" indent="0" algn="ctr">
              <a:buNone/>
              <a:defRPr sz="3748"/>
            </a:lvl5pPr>
            <a:lvl6pPr marL="5354955" indent="0" algn="ctr">
              <a:buNone/>
              <a:defRPr sz="3748"/>
            </a:lvl6pPr>
            <a:lvl7pPr marL="6425946" indent="0" algn="ctr">
              <a:buNone/>
              <a:defRPr sz="3748"/>
            </a:lvl7pPr>
            <a:lvl8pPr marL="7496937" indent="0" algn="ctr">
              <a:buNone/>
              <a:defRPr sz="3748"/>
            </a:lvl8pPr>
            <a:lvl9pPr marL="8567928" indent="0" algn="ctr">
              <a:buNone/>
              <a:defRPr sz="37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39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6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479" y="7547788"/>
            <a:ext cx="18474869" cy="12593645"/>
          </a:xfrm>
        </p:spPr>
        <p:txBody>
          <a:bodyPr anchor="b"/>
          <a:lstStyle>
            <a:lvl1pPr>
              <a:defRPr sz="14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479" y="20260574"/>
            <a:ext cx="18474869" cy="6622701"/>
          </a:xfrm>
        </p:spPr>
        <p:txBody>
          <a:bodyPr/>
          <a:lstStyle>
            <a:lvl1pPr marL="0" indent="0">
              <a:buNone/>
              <a:defRPr sz="5622">
                <a:solidFill>
                  <a:schemeClr val="tx1"/>
                </a:solidFill>
              </a:defRPr>
            </a:lvl1pPr>
            <a:lvl2pPr marL="1070991" indent="0">
              <a:buNone/>
              <a:defRPr sz="4685">
                <a:solidFill>
                  <a:schemeClr val="tx1">
                    <a:tint val="75000"/>
                  </a:schemeClr>
                </a:solidFill>
              </a:defRPr>
            </a:lvl2pPr>
            <a:lvl3pPr marL="2141982" indent="0">
              <a:buNone/>
              <a:defRPr sz="4217">
                <a:solidFill>
                  <a:schemeClr val="tx1">
                    <a:tint val="75000"/>
                  </a:schemeClr>
                </a:solidFill>
              </a:defRPr>
            </a:lvl3pPr>
            <a:lvl4pPr marL="3212973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4pPr>
            <a:lvl5pPr marL="4283964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5pPr>
            <a:lvl6pPr marL="5354955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6pPr>
            <a:lvl7pPr marL="6425946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7pPr>
            <a:lvl8pPr marL="7496937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8pPr>
            <a:lvl9pPr marL="8567928" indent="0">
              <a:buNone/>
              <a:defRPr sz="37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1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2634" y="8059374"/>
            <a:ext cx="9103559" cy="19209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43945" y="8059374"/>
            <a:ext cx="9103559" cy="19209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1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1611882"/>
            <a:ext cx="18474869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5427" y="7421634"/>
            <a:ext cx="9061721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5427" y="11058863"/>
            <a:ext cx="9061721" cy="16265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43946" y="7421634"/>
            <a:ext cx="9106349" cy="3637228"/>
          </a:xfrm>
        </p:spPr>
        <p:txBody>
          <a:bodyPr anchor="b"/>
          <a:lstStyle>
            <a:lvl1pPr marL="0" indent="0">
              <a:buNone/>
              <a:defRPr sz="5622" b="1"/>
            </a:lvl1pPr>
            <a:lvl2pPr marL="1070991" indent="0">
              <a:buNone/>
              <a:defRPr sz="4685" b="1"/>
            </a:lvl2pPr>
            <a:lvl3pPr marL="2141982" indent="0">
              <a:buNone/>
              <a:defRPr sz="4217" b="1"/>
            </a:lvl3pPr>
            <a:lvl4pPr marL="3212973" indent="0">
              <a:buNone/>
              <a:defRPr sz="3748" b="1"/>
            </a:lvl4pPr>
            <a:lvl5pPr marL="4283964" indent="0">
              <a:buNone/>
              <a:defRPr sz="3748" b="1"/>
            </a:lvl5pPr>
            <a:lvl6pPr marL="5354955" indent="0">
              <a:buNone/>
              <a:defRPr sz="3748" b="1"/>
            </a:lvl6pPr>
            <a:lvl7pPr marL="6425946" indent="0">
              <a:buNone/>
              <a:defRPr sz="3748" b="1"/>
            </a:lvl7pPr>
            <a:lvl8pPr marL="7496937" indent="0">
              <a:buNone/>
              <a:defRPr sz="3748" b="1"/>
            </a:lvl8pPr>
            <a:lvl9pPr marL="8567928" indent="0">
              <a:buNone/>
              <a:defRPr sz="3748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43946" y="11058863"/>
            <a:ext cx="9106349" cy="16265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4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5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6349" y="4359077"/>
            <a:ext cx="10843945" cy="21515024"/>
          </a:xfrm>
        </p:spPr>
        <p:txBody>
          <a:bodyPr/>
          <a:lstStyle>
            <a:lvl1pPr>
              <a:defRPr sz="7496"/>
            </a:lvl1pPr>
            <a:lvl2pPr>
              <a:defRPr sz="6559"/>
            </a:lvl2pPr>
            <a:lvl3pPr>
              <a:defRPr sz="5622"/>
            </a:lvl3pPr>
            <a:lvl4pPr>
              <a:defRPr sz="4685"/>
            </a:lvl4pPr>
            <a:lvl5pPr>
              <a:defRPr sz="4685"/>
            </a:lvl5pPr>
            <a:lvl6pPr>
              <a:defRPr sz="4685"/>
            </a:lvl6pPr>
            <a:lvl7pPr>
              <a:defRPr sz="4685"/>
            </a:lvl7pPr>
            <a:lvl8pPr>
              <a:defRPr sz="4685"/>
            </a:lvl8pPr>
            <a:lvl9pPr>
              <a:defRPr sz="468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5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424" y="2018348"/>
            <a:ext cx="6908552" cy="7064216"/>
          </a:xfrm>
        </p:spPr>
        <p:txBody>
          <a:bodyPr anchor="b"/>
          <a:lstStyle>
            <a:lvl1pPr>
              <a:defRPr sz="74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6349" y="4359077"/>
            <a:ext cx="10843945" cy="21515024"/>
          </a:xfrm>
        </p:spPr>
        <p:txBody>
          <a:bodyPr anchor="t"/>
          <a:lstStyle>
            <a:lvl1pPr marL="0" indent="0">
              <a:buNone/>
              <a:defRPr sz="7496"/>
            </a:lvl1pPr>
            <a:lvl2pPr marL="1070991" indent="0">
              <a:buNone/>
              <a:defRPr sz="6559"/>
            </a:lvl2pPr>
            <a:lvl3pPr marL="2141982" indent="0">
              <a:buNone/>
              <a:defRPr sz="5622"/>
            </a:lvl3pPr>
            <a:lvl4pPr marL="3212973" indent="0">
              <a:buNone/>
              <a:defRPr sz="4685"/>
            </a:lvl4pPr>
            <a:lvl5pPr marL="4283964" indent="0">
              <a:buNone/>
              <a:defRPr sz="4685"/>
            </a:lvl5pPr>
            <a:lvl6pPr marL="5354955" indent="0">
              <a:buNone/>
              <a:defRPr sz="4685"/>
            </a:lvl6pPr>
            <a:lvl7pPr marL="6425946" indent="0">
              <a:buNone/>
              <a:defRPr sz="4685"/>
            </a:lvl7pPr>
            <a:lvl8pPr marL="7496937" indent="0">
              <a:buNone/>
              <a:defRPr sz="4685"/>
            </a:lvl8pPr>
            <a:lvl9pPr marL="8567928" indent="0">
              <a:buNone/>
              <a:defRPr sz="468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5424" y="9082564"/>
            <a:ext cx="6908552" cy="16826573"/>
          </a:xfrm>
        </p:spPr>
        <p:txBody>
          <a:bodyPr/>
          <a:lstStyle>
            <a:lvl1pPr marL="0" indent="0">
              <a:buNone/>
              <a:defRPr sz="3748"/>
            </a:lvl1pPr>
            <a:lvl2pPr marL="1070991" indent="0">
              <a:buNone/>
              <a:defRPr sz="3280"/>
            </a:lvl2pPr>
            <a:lvl3pPr marL="2141982" indent="0">
              <a:buNone/>
              <a:defRPr sz="2811"/>
            </a:lvl3pPr>
            <a:lvl4pPr marL="3212973" indent="0">
              <a:buNone/>
              <a:defRPr sz="2343"/>
            </a:lvl4pPr>
            <a:lvl5pPr marL="4283964" indent="0">
              <a:buNone/>
              <a:defRPr sz="2343"/>
            </a:lvl5pPr>
            <a:lvl6pPr marL="5354955" indent="0">
              <a:buNone/>
              <a:defRPr sz="2343"/>
            </a:lvl6pPr>
            <a:lvl7pPr marL="6425946" indent="0">
              <a:buNone/>
              <a:defRPr sz="2343"/>
            </a:lvl7pPr>
            <a:lvl8pPr marL="7496937" indent="0">
              <a:buNone/>
              <a:defRPr sz="2343"/>
            </a:lvl8pPr>
            <a:lvl9pPr marL="8567928" indent="0">
              <a:buNone/>
              <a:defRPr sz="234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4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51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8788" y="1611875"/>
            <a:ext cx="4618717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636" y="1611875"/>
            <a:ext cx="13588400" cy="256568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2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635" y="1611882"/>
            <a:ext cx="18474869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635" y="8059374"/>
            <a:ext cx="18474869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635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95314-68FD-4919-B69A-04FEC013801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5421" y="28060644"/>
            <a:ext cx="722929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7972" y="28060644"/>
            <a:ext cx="4819531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B05BA-0348-42F8-93EF-7E6BE1067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41982" rtl="0" eaLnBrk="1" latinLnBrk="0" hangingPunct="1">
        <a:lnSpc>
          <a:spcPct val="90000"/>
        </a:lnSpc>
        <a:spcBef>
          <a:spcPct val="0"/>
        </a:spcBef>
        <a:buNone/>
        <a:defRPr sz="103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496" indent="-535496" algn="l" defTabSz="2141982" rtl="0" eaLnBrk="1" latinLnBrk="0" hangingPunct="1">
        <a:lnSpc>
          <a:spcPct val="90000"/>
        </a:lnSpc>
        <a:spcBef>
          <a:spcPts val="2343"/>
        </a:spcBef>
        <a:buFont typeface="Arial" panose="020B0604020202020204" pitchFamily="34" charset="0"/>
        <a:buChar char="•"/>
        <a:defRPr sz="6559" kern="1200">
          <a:solidFill>
            <a:schemeClr val="tx1"/>
          </a:solidFill>
          <a:latin typeface="+mn-lt"/>
          <a:ea typeface="+mn-ea"/>
          <a:cs typeface="+mn-cs"/>
        </a:defRPr>
      </a:lvl1pPr>
      <a:lvl2pPr marL="1606487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5622" kern="1200">
          <a:solidFill>
            <a:schemeClr val="tx1"/>
          </a:solidFill>
          <a:latin typeface="+mn-lt"/>
          <a:ea typeface="+mn-ea"/>
          <a:cs typeface="+mn-cs"/>
        </a:defRPr>
      </a:lvl2pPr>
      <a:lvl3pPr marL="2677478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685" kern="1200">
          <a:solidFill>
            <a:schemeClr val="tx1"/>
          </a:solidFill>
          <a:latin typeface="+mn-lt"/>
          <a:ea typeface="+mn-ea"/>
          <a:cs typeface="+mn-cs"/>
        </a:defRPr>
      </a:lvl3pPr>
      <a:lvl4pPr marL="3748469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819460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890451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961442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8032433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9103424" indent="-535496" algn="l" defTabSz="2141982" rtl="0" eaLnBrk="1" latinLnBrk="0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1pPr>
      <a:lvl2pPr marL="1070991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2pPr>
      <a:lvl3pPr marL="2141982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3pPr>
      <a:lvl4pPr marL="3212973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4pPr>
      <a:lvl5pPr marL="4283964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5pPr>
      <a:lvl6pPr marL="5354955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6pPr>
      <a:lvl7pPr marL="6425946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7pPr>
      <a:lvl8pPr marL="7496937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8pPr>
      <a:lvl9pPr marL="8567928" algn="l" defTabSz="2141982" rtl="0" eaLnBrk="1" latinLnBrk="0" hangingPunct="1">
        <a:defRPr sz="42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3629" y="596281"/>
            <a:ext cx="7081274" cy="64375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7363" y="8089292"/>
            <a:ext cx="9863005" cy="44449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5" dirty="0"/>
          </a:p>
        </p:txBody>
      </p:sp>
      <p:sp>
        <p:nvSpPr>
          <p:cNvPr id="11" name="TextBox 10"/>
          <p:cNvSpPr txBox="1"/>
          <p:nvPr/>
        </p:nvSpPr>
        <p:spPr>
          <a:xfrm>
            <a:off x="696366" y="7260535"/>
            <a:ext cx="9863004" cy="830997"/>
          </a:xfrm>
          <a:prstGeom prst="rect">
            <a:avLst/>
          </a:prstGeom>
          <a:solidFill>
            <a:srgbClr val="F78303"/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4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บทนำ</a:t>
            </a:r>
            <a:r>
              <a:rPr lang="en-US" sz="4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(Headers: 48 </a:t>
            </a:r>
            <a:r>
              <a:rPr lang="en-US" sz="48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pt</a:t>
            </a:r>
            <a:r>
              <a:rPr lang="en-US" sz="4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938" y="12969035"/>
            <a:ext cx="9864000" cy="830997"/>
          </a:xfrm>
          <a:prstGeom prst="rect">
            <a:avLst/>
          </a:prstGeom>
          <a:solidFill>
            <a:srgbClr val="F78303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r>
              <a:rPr lang="th-TH" dirty="0"/>
              <a:t>ขั้นตอนการวิจัย</a:t>
            </a:r>
            <a:r>
              <a:rPr lang="en-US" dirty="0"/>
              <a:t> (Headers: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0768" y="27195333"/>
            <a:ext cx="9863005" cy="830997"/>
          </a:xfrm>
          <a:prstGeom prst="rect">
            <a:avLst/>
          </a:prstGeom>
          <a:solidFill>
            <a:srgbClr val="F78303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r>
              <a:rPr lang="th-TH" dirty="0"/>
              <a:t>เอกสารอ้างอิง</a:t>
            </a:r>
            <a:r>
              <a:rPr lang="en-US" dirty="0"/>
              <a:t> (Headers: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938" y="24304688"/>
            <a:ext cx="9863007" cy="53180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5"/>
          </a:p>
        </p:txBody>
      </p:sp>
      <p:sp>
        <p:nvSpPr>
          <p:cNvPr id="42" name="TextBox 41"/>
          <p:cNvSpPr txBox="1"/>
          <p:nvPr/>
        </p:nvSpPr>
        <p:spPr>
          <a:xfrm>
            <a:off x="699939" y="23494477"/>
            <a:ext cx="9863006" cy="830997"/>
          </a:xfrm>
          <a:prstGeom prst="rect">
            <a:avLst/>
          </a:prstGeom>
          <a:solidFill>
            <a:srgbClr val="F78303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r>
              <a:rPr lang="th-TH" dirty="0"/>
              <a:t>สรุปผลการวิจัย</a:t>
            </a:r>
            <a:r>
              <a:rPr lang="en-US" dirty="0"/>
              <a:t> (Headers: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6" y="4229092"/>
            <a:ext cx="21412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7200" b="1" dirty="0">
                <a:latin typeface="Cordia New" panose="020B0304020202020204" pitchFamily="34" charset="-34"/>
              </a:rPr>
              <a:t>ชื่อเรื่อง</a:t>
            </a:r>
            <a:r>
              <a:rPr lang="en-US" sz="7200" b="1" dirty="0">
                <a:latin typeface="Cordia New" panose="020B0304020202020204" pitchFamily="34" charset="-34"/>
              </a:rPr>
              <a:t>: (</a:t>
            </a:r>
            <a:r>
              <a:rPr lang="en-US" sz="6792" dirty="0">
                <a:latin typeface="Cordia New" panose="020B0304020202020204" pitchFamily="34" charset="-34"/>
              </a:rPr>
              <a:t>72 </a:t>
            </a:r>
            <a:r>
              <a:rPr lang="en-US" sz="6792" dirty="0" err="1">
                <a:latin typeface="Cordia New" panose="020B0304020202020204" pitchFamily="34" charset="-34"/>
              </a:rPr>
              <a:t>pt</a:t>
            </a:r>
            <a:r>
              <a:rPr lang="en-US" sz="6792" dirty="0">
                <a:latin typeface="Cordia New" panose="020B0304020202020204" pitchFamily="34" charset="-34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6" y="5402305"/>
            <a:ext cx="21412887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245"/>
              </a:lnSpc>
            </a:pPr>
            <a:r>
              <a:rPr lang="th-TH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ผู้จัดทำ 1, ผู้จัดทำ 2</a:t>
            </a:r>
            <a:r>
              <a:rPr lang="en-US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, </a:t>
            </a:r>
            <a:r>
              <a:rPr lang="th-TH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ผู้จัดทำ 3 </a:t>
            </a:r>
            <a:r>
              <a:rPr lang="en-US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(</a:t>
            </a:r>
            <a:r>
              <a:rPr lang="th-TH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ขนาด</a:t>
            </a:r>
            <a:r>
              <a:rPr lang="en-US" sz="44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44 </a:t>
            </a:r>
            <a:r>
              <a:rPr lang="en-US" sz="44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pt</a:t>
            </a:r>
            <a:r>
              <a:rPr lang="en-US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</a:p>
          <a:p>
            <a:pPr algn="ctr"/>
            <a:r>
              <a:rPr lang="th-TH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อาจารย์ที่ปรึกษา </a:t>
            </a:r>
            <a:r>
              <a:rPr lang="en-US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: </a:t>
            </a:r>
            <a:r>
              <a:rPr lang="th-TH" sz="4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ชื่ออาจารย์ที่ปรึกษา</a:t>
            </a:r>
            <a:r>
              <a:rPr lang="en-US" sz="3538" b="1" dirty="0">
                <a:latin typeface="Cordia New" panose="020B0304020202020204" pitchFamily="34" charset="-34"/>
                <a:cs typeface="Cordia New" panose="020B0304020202020204" pitchFamily="34" charset="-34"/>
              </a:rPr>
              <a:t> </a:t>
            </a:r>
            <a:endParaRPr lang="th-TH" sz="3538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pPr algn="ctr"/>
            <a:r>
              <a:rPr lang="th-TH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ภาควิชา</a:t>
            </a:r>
            <a:r>
              <a:rPr lang="en-US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xxx</a:t>
            </a:r>
            <a:r>
              <a:rPr lang="th-TH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คณะ</a:t>
            </a:r>
            <a:r>
              <a:rPr lang="en-US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xxx</a:t>
            </a:r>
            <a:r>
              <a:rPr lang="th-TH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มหาวิทยาลัย</a:t>
            </a:r>
            <a:r>
              <a:rPr lang="en-US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xxx (</a:t>
            </a:r>
            <a:r>
              <a:rPr lang="th-TH" sz="4000" b="1" dirty="0">
                <a:latin typeface="Cordia New" panose="020B0304020202020204" pitchFamily="34" charset="-34"/>
              </a:rPr>
              <a:t>ขนาด</a:t>
            </a:r>
            <a:r>
              <a:rPr lang="en-US" sz="40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40 </a:t>
            </a:r>
            <a:r>
              <a:rPr lang="en-US" sz="4000" b="1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pt</a:t>
            </a:r>
            <a:r>
              <a:rPr lang="en-US" sz="4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xmlns="" id="{3D977C8E-BA62-4144-8B2D-2BA946544BC6}"/>
              </a:ext>
            </a:extLst>
          </p:cNvPr>
          <p:cNvGrpSpPr/>
          <p:nvPr/>
        </p:nvGrpSpPr>
        <p:grpSpPr>
          <a:xfrm>
            <a:off x="5943201" y="161106"/>
            <a:ext cx="9866172" cy="2465694"/>
            <a:chOff x="1020668" y="547707"/>
            <a:chExt cx="13945907" cy="348527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xmlns="" id="{1DBED456-CBBF-4677-822D-4867D0A48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99" r="25000"/>
            <a:stretch/>
          </p:blipFill>
          <p:spPr>
            <a:xfrm>
              <a:off x="1020668" y="547707"/>
              <a:ext cx="1800000" cy="344162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xmlns="" id="{805D44FF-B331-4C8D-8F31-10798B2C8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3563" y="2017959"/>
              <a:ext cx="1980000" cy="1907954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xmlns="" id="{1951A514-5A6F-40B7-BCF1-F1C96EF63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37" r="4756"/>
            <a:stretch/>
          </p:blipFill>
          <p:spPr>
            <a:xfrm>
              <a:off x="6718984" y="1875795"/>
              <a:ext cx="1980000" cy="2034076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xmlns="" id="{7D14DFD5-0DF0-41D5-BCFF-B3F4D36A12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6" r="8637" b="8503"/>
            <a:stretch/>
          </p:blipFill>
          <p:spPr>
            <a:xfrm>
              <a:off x="8636279" y="1753134"/>
              <a:ext cx="1944000" cy="2101773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xmlns="" id="{F6C7CE0A-943E-44D5-86E9-B41EF64897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29" b="11419"/>
            <a:stretch/>
          </p:blipFill>
          <p:spPr>
            <a:xfrm>
              <a:off x="10629869" y="1727920"/>
              <a:ext cx="1980000" cy="2117783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xmlns="" id="{3CE8AB08-DDCE-4B80-89B7-697740D04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46575" y="736967"/>
              <a:ext cx="2520000" cy="329601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831CD66D-C614-451C-93EF-EA91A7837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3974" y="2029661"/>
              <a:ext cx="1800000" cy="1800000"/>
            </a:xfrm>
            <a:prstGeom prst="rect">
              <a:avLst/>
            </a:prstGeom>
          </p:spPr>
        </p:pic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23B43554-A828-4BCD-82E1-F5DE814F9FE4}"/>
              </a:ext>
            </a:extLst>
          </p:cNvPr>
          <p:cNvSpPr/>
          <p:nvPr/>
        </p:nvSpPr>
        <p:spPr>
          <a:xfrm>
            <a:off x="2811242" y="2617227"/>
            <a:ext cx="17364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2102549" algn="ctr"/>
                <a:tab pos="4205097" algn="r"/>
              </a:tabLst>
            </a:pPr>
            <a:r>
              <a:rPr lang="en-US" sz="40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14</a:t>
            </a:r>
            <a:r>
              <a:rPr lang="en-US" sz="4000" b="1" baseline="30000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40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Undergraduate in Applied Mathematics Conference (UAMC 2026)</a:t>
            </a:r>
            <a:endParaRPr lang="en-US" sz="4000" b="1" dirty="0">
              <a:solidFill>
                <a:srgbClr val="C55A11"/>
              </a:solidFill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algn="ctr"/>
            <a:r>
              <a:rPr lang="en-US" sz="3200" b="1" dirty="0">
                <a:solidFill>
                  <a:srgbClr val="C55A1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Department of Mathematics, Faculty of Science, King Mongkut’s University of Technology Thonburi</a:t>
            </a:r>
            <a:endParaRPr lang="en-US" sz="3200" b="1" dirty="0">
              <a:solidFill>
                <a:srgbClr val="C55A1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4548EB13-5C7D-49AD-8C31-A6F80254FB55}"/>
              </a:ext>
            </a:extLst>
          </p:cNvPr>
          <p:cNvSpPr/>
          <p:nvPr/>
        </p:nvSpPr>
        <p:spPr>
          <a:xfrm>
            <a:off x="10925337" y="8056104"/>
            <a:ext cx="9863005" cy="44746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5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BC16B68E-F7B6-4B07-8D72-763609F15B11}"/>
              </a:ext>
            </a:extLst>
          </p:cNvPr>
          <p:cNvSpPr txBox="1"/>
          <p:nvPr/>
        </p:nvSpPr>
        <p:spPr>
          <a:xfrm>
            <a:off x="10925338" y="7225107"/>
            <a:ext cx="9863004" cy="830997"/>
          </a:xfrm>
          <a:prstGeom prst="rect">
            <a:avLst/>
          </a:prstGeom>
          <a:solidFill>
            <a:srgbClr val="F78303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r>
              <a:rPr lang="th-TH" dirty="0"/>
              <a:t>วัตถุประสงค์</a:t>
            </a:r>
            <a:r>
              <a:rPr lang="en-US" dirty="0"/>
              <a:t> (Headers: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64CDFD9A-23BD-4CE4-A17F-387E21F22FA4}"/>
              </a:ext>
            </a:extLst>
          </p:cNvPr>
          <p:cNvGrpSpPr/>
          <p:nvPr/>
        </p:nvGrpSpPr>
        <p:grpSpPr>
          <a:xfrm>
            <a:off x="705066" y="29845169"/>
            <a:ext cx="20084270" cy="254686"/>
            <a:chOff x="991490" y="42186368"/>
            <a:chExt cx="28389265" cy="360000"/>
          </a:xfrm>
          <a:solidFill>
            <a:srgbClr val="D46112"/>
          </a:solidFill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xmlns="" id="{5C821C6D-A3AA-4A62-B541-15E9CCFEB19F}"/>
                </a:ext>
              </a:extLst>
            </p:cNvPr>
            <p:cNvSpPr/>
            <p:nvPr/>
          </p:nvSpPr>
          <p:spPr>
            <a:xfrm>
              <a:off x="991490" y="42186368"/>
              <a:ext cx="28368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xmlns="" id="{26ECDC03-7049-4085-A18F-2AF20086DAD6}"/>
                </a:ext>
              </a:extLst>
            </p:cNvPr>
            <p:cNvSpPr/>
            <p:nvPr/>
          </p:nvSpPr>
          <p:spPr>
            <a:xfrm>
              <a:off x="14980755" y="42186368"/>
              <a:ext cx="1440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xmlns="" id="{5149A556-CB7F-4FAF-AB8B-FD6A9612EC2C}"/>
                </a:ext>
              </a:extLst>
            </p:cNvPr>
            <p:cNvSpPr/>
            <p:nvPr/>
          </p:nvSpPr>
          <p:spPr>
            <a:xfrm>
              <a:off x="14980755" y="42186368"/>
              <a:ext cx="1332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xmlns="" id="{A8169BC5-7F68-47AE-AB93-E157D8D9BFA1}"/>
                </a:ext>
              </a:extLst>
            </p:cNvPr>
            <p:cNvSpPr/>
            <p:nvPr/>
          </p:nvSpPr>
          <p:spPr>
            <a:xfrm>
              <a:off x="14980755" y="42186368"/>
              <a:ext cx="1224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xmlns="" id="{98B7A6A0-763E-4D5E-A7FC-8A13A0665029}"/>
                </a:ext>
              </a:extLst>
            </p:cNvPr>
            <p:cNvSpPr/>
            <p:nvPr/>
          </p:nvSpPr>
          <p:spPr>
            <a:xfrm>
              <a:off x="14980755" y="42186368"/>
              <a:ext cx="1116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xmlns="" id="{B78559EF-A23C-4187-A391-B0D2177286E9}"/>
                </a:ext>
              </a:extLst>
            </p:cNvPr>
            <p:cNvSpPr/>
            <p:nvPr/>
          </p:nvSpPr>
          <p:spPr>
            <a:xfrm>
              <a:off x="14980755" y="42186368"/>
              <a:ext cx="1008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xmlns="" id="{6B9AC795-B49D-45C3-B155-EF418CF6BE18}"/>
                </a:ext>
              </a:extLst>
            </p:cNvPr>
            <p:cNvSpPr/>
            <p:nvPr/>
          </p:nvSpPr>
          <p:spPr>
            <a:xfrm>
              <a:off x="14980755" y="42186368"/>
              <a:ext cx="900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xmlns="" id="{41D762F9-4D3E-49BA-B490-576A0337FAE2}"/>
                </a:ext>
              </a:extLst>
            </p:cNvPr>
            <p:cNvSpPr/>
            <p:nvPr/>
          </p:nvSpPr>
          <p:spPr>
            <a:xfrm>
              <a:off x="14980755" y="42186368"/>
              <a:ext cx="792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xmlns="" id="{5ECC99D6-3905-422D-A4AA-40E46BF49711}"/>
                </a:ext>
              </a:extLst>
            </p:cNvPr>
            <p:cNvSpPr/>
            <p:nvPr/>
          </p:nvSpPr>
          <p:spPr>
            <a:xfrm>
              <a:off x="14980755" y="42186368"/>
              <a:ext cx="684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xmlns="" id="{EA2B4C86-BDD0-462C-848E-1753D14620A2}"/>
                </a:ext>
              </a:extLst>
            </p:cNvPr>
            <p:cNvSpPr/>
            <p:nvPr/>
          </p:nvSpPr>
          <p:spPr>
            <a:xfrm>
              <a:off x="14980755" y="42186368"/>
              <a:ext cx="576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xmlns="" id="{6D50C737-46F3-472C-B1CA-A36A22CF4692}"/>
                </a:ext>
              </a:extLst>
            </p:cNvPr>
            <p:cNvSpPr/>
            <p:nvPr/>
          </p:nvSpPr>
          <p:spPr>
            <a:xfrm>
              <a:off x="14980755" y="42186368"/>
              <a:ext cx="468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xmlns="" id="{62AC310E-E68C-4A30-83F1-F9D1C0FBA0CA}"/>
                </a:ext>
              </a:extLst>
            </p:cNvPr>
            <p:cNvSpPr/>
            <p:nvPr/>
          </p:nvSpPr>
          <p:spPr>
            <a:xfrm>
              <a:off x="14980755" y="42186368"/>
              <a:ext cx="360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xmlns="" id="{A7F0C02D-A3FD-48C7-B39B-D9B1B92569DD}"/>
                </a:ext>
              </a:extLst>
            </p:cNvPr>
            <p:cNvSpPr/>
            <p:nvPr/>
          </p:nvSpPr>
          <p:spPr>
            <a:xfrm>
              <a:off x="14980755" y="42186368"/>
              <a:ext cx="252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xmlns="" id="{A2CFDC50-51F0-4243-9C12-A8142456CB96}"/>
                </a:ext>
              </a:extLst>
            </p:cNvPr>
            <p:cNvSpPr/>
            <p:nvPr/>
          </p:nvSpPr>
          <p:spPr>
            <a:xfrm>
              <a:off x="14980755" y="42186368"/>
              <a:ext cx="108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455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37905A41-B720-430A-9DEF-1D0F64A7B962}"/>
              </a:ext>
            </a:extLst>
          </p:cNvPr>
          <p:cNvSpPr txBox="1"/>
          <p:nvPr/>
        </p:nvSpPr>
        <p:spPr>
          <a:xfrm>
            <a:off x="10925336" y="12964026"/>
            <a:ext cx="9864000" cy="830997"/>
          </a:xfrm>
          <a:prstGeom prst="rect">
            <a:avLst/>
          </a:prstGeom>
          <a:solidFill>
            <a:srgbClr val="F78303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4800" b="1"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r>
              <a:rPr lang="th-TH" dirty="0"/>
              <a:t>ผลการวิจัย</a:t>
            </a:r>
            <a:r>
              <a:rPr lang="en-US" dirty="0"/>
              <a:t> (Headers: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6366" y="13790154"/>
            <a:ext cx="9863005" cy="92872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5" dirty="0"/>
          </a:p>
        </p:txBody>
      </p:sp>
      <p:sp>
        <p:nvSpPr>
          <p:cNvPr id="69" name="Rectangle 68"/>
          <p:cNvSpPr/>
          <p:nvPr/>
        </p:nvSpPr>
        <p:spPr>
          <a:xfrm>
            <a:off x="10920769" y="13800032"/>
            <a:ext cx="9863005" cy="12915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5" dirty="0"/>
          </a:p>
        </p:txBody>
      </p:sp>
      <p:sp>
        <p:nvSpPr>
          <p:cNvPr id="75" name="Rectangle 74"/>
          <p:cNvSpPr/>
          <p:nvPr/>
        </p:nvSpPr>
        <p:spPr>
          <a:xfrm>
            <a:off x="10920768" y="27985018"/>
            <a:ext cx="9863006" cy="1637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5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A59C5697-27CD-41E7-A6C5-731E29040CF6}"/>
              </a:ext>
            </a:extLst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24" y="1778968"/>
            <a:ext cx="2384274" cy="233410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84739" y="8302382"/>
            <a:ext cx="5205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i="1" dirty="0" smtClean="0">
                <a:solidFill>
                  <a:schemeClr val="accent1"/>
                </a:solidFill>
              </a:rPr>
              <a:t>*เปลี่ยนชื่อหัวข้อได้ตามความเหมาะสม</a:t>
            </a:r>
            <a:endParaRPr lang="en-US" sz="36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94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</TotalTime>
  <Words>108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Cordia New</vt:lpstr>
      <vt:lpstr>Office Theme</vt:lpstr>
      <vt:lpstr>PowerPoint Presentation</vt:lpstr>
    </vt:vector>
  </TitlesOfParts>
  <Company>SIU School of Medicine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Lydia Howes</dc:creator>
  <cp:lastModifiedBy>De..WeE ..O_o..</cp:lastModifiedBy>
  <cp:revision>48</cp:revision>
  <dcterms:created xsi:type="dcterms:W3CDTF">2017-09-05T20:02:28Z</dcterms:created>
  <dcterms:modified xsi:type="dcterms:W3CDTF">2026-01-26T21:36:11Z</dcterms:modified>
</cp:coreProperties>
</file>